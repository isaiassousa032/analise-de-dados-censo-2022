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7dd8d28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467dd8d28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Title">
  <p:cSld name="TITLE_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Footer - Title &amp; Body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5" name="Google Shape;15;p3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  <p:pic>
        <p:nvPicPr>
          <p:cNvPr id="17" name="Google Shape;17;p3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d Footer - Title &amp; Body">
  <p:cSld name="CUSTOM_3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pic>
        <p:nvPicPr>
          <p:cNvPr id="25" name="Google Shape;25;p4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Yellow Footer - Title &amp; Body">
  <p:cSld name="CUSTOM_3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 flipH="1">
            <a:off x="-10838" y="9147747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pic>
        <p:nvPicPr>
          <p:cNvPr id="33" name="Google Shape;33;p5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Green Footer - Title &amp; Body">
  <p:cSld name="CUSTOM_3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68914" y="9030267"/>
            <a:ext cx="7725331" cy="1072402"/>
          </a:xfrm>
          <a:custGeom>
            <a:avLst/>
            <a:gdLst/>
            <a:ahLst/>
            <a:cxnLst/>
            <a:rect l="l" t="t" r="r" b="b"/>
            <a:pathLst>
              <a:path w="363545" h="21935" extrusionOk="0">
                <a:moveTo>
                  <a:pt x="363545" y="21935"/>
                </a:moveTo>
                <a:lnTo>
                  <a:pt x="363036" y="0"/>
                </a:lnTo>
                <a:lnTo>
                  <a:pt x="0" y="12743"/>
                </a:lnTo>
                <a:lnTo>
                  <a:pt x="869" y="20673"/>
                </a:lnTo>
                <a:close/>
              </a:path>
            </a:pathLst>
          </a:custGeom>
          <a:solidFill>
            <a:srgbClr val="349351"/>
          </a:solid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</p:sp>
      <p:pic>
        <p:nvPicPr>
          <p:cNvPr id="39" name="Google Shape;39;p6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Gray Footer - Title &amp; Body">
  <p:cSld name="CUSTOM_3_1_1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44" name="Google Shape;44;p7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pic>
        <p:nvPicPr>
          <p:cNvPr id="45" name="Google Shape;45;p7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lue Footer">
  <p:cSld name="TITLE_2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49791" y="346769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" name="Google Shape;53;p8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54" name="Google Shape;54;p8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55" name="Google Shape;55;p8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Red Footer">
  <p:cSld name="TITLE_2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 flipH="1">
            <a:off x="-16320" y="9030267"/>
            <a:ext cx="7810565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/>
          <p:nvPr/>
        </p:nvSpPr>
        <p:spPr>
          <a:xfrm flipH="1">
            <a:off x="-18495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sp>
        <p:nvSpPr>
          <p:cNvPr id="60" name="Google Shape;60;p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9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Yellow Footer">
  <p:cSld name="TITLE_2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65" name="Google Shape;65;p10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sp>
        <p:nvSpPr>
          <p:cNvPr id="66" name="Google Shape;66;p1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0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een Footer">
  <p:cSld name="TITLE_2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/>
          <p:nvPr/>
        </p:nvSpPr>
        <p:spPr>
          <a:xfrm flipH="1">
            <a:off x="60867" y="9030267"/>
            <a:ext cx="7733378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349351"/>
          </a:solidFill>
          <a:ln>
            <a:noFill/>
          </a:ln>
        </p:spPr>
      </p:sp>
      <p:sp>
        <p:nvSpPr>
          <p:cNvPr id="71" name="Google Shape;71;p11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</p:sp>
      <p:sp>
        <p:nvSpPr>
          <p:cNvPr id="72" name="Google Shape;72;p11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11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ay Footer">
  <p:cSld name="TITLE_2_3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 flipH="1">
            <a:off x="54435" y="9030267"/>
            <a:ext cx="7739810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76" name="Google Shape;76;p12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2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TITLE_3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Blue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Blue &amp; 1 Text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Blue &amp; 3 Text">
  <p:cSld name="CUSTOM_4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Red">
  <p:cSld name="CUSTOM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Red &amp; 1 Text">
  <p:cSld name="CUSTOM_1_2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Red &amp; 3 Text">
  <p:cSld name="CUSTOM_1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Yellow">
  <p:cSld name="CUSTOM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Yellow &amp; 1 Text">
  <p:cSld name="CUSTOM_1_1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Yellow &amp; 3 Text">
  <p:cSld name="CUSTOM_1_1_2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Green">
  <p:cSld name="CUSTOM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Green &amp; 1 Text">
  <p:cSld name="CUSTOM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Green &amp; 3 Text">
  <p:cSld name="CUSTOM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Blue">
  <p:cSld name="SECTION_HEADER_2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77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6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4069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64" name="Google Shape;164;p26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Red">
  <p:cSld name="SECTION_HEADER_1_3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7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7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27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Yellow">
  <p:cSld name="SECTION_HEADER_1_1_3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FFCC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8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BF9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28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Green">
  <p:cSld name="CUSTOM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9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3493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84" name="Google Shape;184;p29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Gray">
  <p:cSld name="SECTION_HEADER_1_1_1_1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0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0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Line Title with Bullets">
  <p:cSld name="One Line Title with Bullet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355405" y="1105984"/>
            <a:ext cx="6995100" cy="10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4350" y="2503424"/>
            <a:ext cx="6995100" cy="55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2"/>
          </p:nvPr>
        </p:nvSpPr>
        <p:spPr>
          <a:xfrm>
            <a:off x="287579" y="1249923840"/>
            <a:ext cx="5429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800" b="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3"/>
          </p:nvPr>
        </p:nvSpPr>
        <p:spPr>
          <a:xfrm>
            <a:off x="314632" y="9150883"/>
            <a:ext cx="5429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800" b="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 type="tx">
  <p:cSld name="TITLE_AND_BOD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>
          <a:xfrm>
            <a:off x="388620" y="402801"/>
            <a:ext cx="6995100" cy="16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body" idx="1"/>
          </p:nvPr>
        </p:nvSpPr>
        <p:spPr>
          <a:xfrm>
            <a:off x="388620" y="2346964"/>
            <a:ext cx="6995100" cy="6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Color Blue 1">
  <p:cSld name="Half Color Blu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791" y="9468360"/>
            <a:ext cx="457500" cy="3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Red Footer - Title &amp; Body">
  <p:cSld name="2_Red Footer - Title &amp; Bod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36"/>
          <p:cNvGrpSpPr/>
          <p:nvPr/>
        </p:nvGrpSpPr>
        <p:grpSpPr>
          <a:xfrm>
            <a:off x="21" y="9944813"/>
            <a:ext cx="7772347" cy="113820"/>
            <a:chOff x="25" y="5085300"/>
            <a:chExt cx="9143938" cy="58202"/>
          </a:xfrm>
        </p:grpSpPr>
        <p:sp>
          <p:nvSpPr>
            <p:cNvPr id="209" name="Google Shape;209;p36"/>
            <p:cNvSpPr/>
            <p:nvPr/>
          </p:nvSpPr>
          <p:spPr>
            <a:xfrm>
              <a:off x="25" y="5085301"/>
              <a:ext cx="1396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1392867" y="5085301"/>
              <a:ext cx="1719300" cy="5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3112175" y="5085302"/>
              <a:ext cx="2412000" cy="58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6"/>
            <p:cNvSpPr/>
            <p:nvPr/>
          </p:nvSpPr>
          <p:spPr>
            <a:xfrm>
              <a:off x="5523863" y="5085300"/>
              <a:ext cx="3620100" cy="5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3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6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6" name="Google Shape;216;p36"/>
          <p:cNvSpPr txBox="1">
            <a:spLocks noGrp="1"/>
          </p:cNvSpPr>
          <p:nvPr>
            <p:ph type="sldNum" idx="12"/>
          </p:nvPr>
        </p:nvSpPr>
        <p:spPr>
          <a:xfrm>
            <a:off x="7245010" y="9182552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7"/>
          <p:cNvGrpSpPr/>
          <p:nvPr/>
        </p:nvGrpSpPr>
        <p:grpSpPr>
          <a:xfrm>
            <a:off x="21" y="9944813"/>
            <a:ext cx="7772347" cy="113818"/>
            <a:chOff x="25" y="5085300"/>
            <a:chExt cx="9143937" cy="58201"/>
          </a:xfrm>
        </p:grpSpPr>
        <p:sp>
          <p:nvSpPr>
            <p:cNvPr id="219" name="Google Shape;219;p37"/>
            <p:cNvSpPr/>
            <p:nvPr/>
          </p:nvSpPr>
          <p:spPr>
            <a:xfrm>
              <a:off x="25" y="5085301"/>
              <a:ext cx="1396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1392866" y="5085301"/>
              <a:ext cx="1719300" cy="5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7"/>
            <p:cNvSpPr/>
            <p:nvPr/>
          </p:nvSpPr>
          <p:spPr>
            <a:xfrm>
              <a:off x="3112175" y="5085301"/>
              <a:ext cx="2412000" cy="58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5523862" y="5085300"/>
              <a:ext cx="3620100" cy="5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4" name="Google Shape;224;p37"/>
          <p:cNvSpPr txBox="1">
            <a:spLocks noGrp="1"/>
          </p:cNvSpPr>
          <p:nvPr>
            <p:ph type="sldNum" idx="12"/>
          </p:nvPr>
        </p:nvSpPr>
        <p:spPr>
          <a:xfrm>
            <a:off x="7245010" y="9182552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1115" y="1319560"/>
            <a:ext cx="6988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01115" y="2976698"/>
            <a:ext cx="6988800" cy="5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accent1"/>
                </a:solidFill>
              </a:defRPr>
            </a:lvl1pPr>
            <a:lvl2pPr lvl="1" algn="r" rtl="0">
              <a:buNone/>
              <a:defRPr sz="1000">
                <a:solidFill>
                  <a:schemeClr val="accent1"/>
                </a:solidFill>
              </a:defRPr>
            </a:lvl2pPr>
            <a:lvl3pPr lvl="2" algn="r" rtl="0">
              <a:buNone/>
              <a:defRPr sz="1000">
                <a:solidFill>
                  <a:schemeClr val="accent1"/>
                </a:solidFill>
              </a:defRPr>
            </a:lvl3pPr>
            <a:lvl4pPr lvl="3" algn="r" rtl="0">
              <a:buNone/>
              <a:defRPr sz="1000">
                <a:solidFill>
                  <a:schemeClr val="accent1"/>
                </a:solidFill>
              </a:defRPr>
            </a:lvl4pPr>
            <a:lvl5pPr lvl="4" algn="r" rtl="0">
              <a:buNone/>
              <a:defRPr sz="1000">
                <a:solidFill>
                  <a:schemeClr val="accent1"/>
                </a:solidFill>
              </a:defRPr>
            </a:lvl5pPr>
            <a:lvl6pPr lvl="5" algn="r" rtl="0">
              <a:buNone/>
              <a:defRPr sz="1000">
                <a:solidFill>
                  <a:schemeClr val="accent1"/>
                </a:solidFill>
              </a:defRPr>
            </a:lvl6pPr>
            <a:lvl7pPr lvl="6" algn="r" rtl="0">
              <a:buNone/>
              <a:defRPr sz="1000">
                <a:solidFill>
                  <a:schemeClr val="accent1"/>
                </a:solidFill>
              </a:defRPr>
            </a:lvl7pPr>
            <a:lvl8pPr lvl="7" algn="r" rtl="0">
              <a:buNone/>
              <a:defRPr sz="1000">
                <a:solidFill>
                  <a:schemeClr val="accent1"/>
                </a:solidFill>
              </a:defRPr>
            </a:lvl8pPr>
            <a:lvl9pPr lvl="8" algn="r" rtl="0">
              <a:buNone/>
              <a:defRPr sz="10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931008" y="164600"/>
            <a:ext cx="631698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</a:rPr>
              <a:t>Proposta de Projeto: Análise Demográfica e Socioeconômica - Censo IBGE 2022</a:t>
            </a:r>
            <a:endParaRPr lang="pt-BR" sz="1800" b="1" u="sng" dirty="0">
              <a:solidFill>
                <a:schemeClr val="dk1"/>
              </a:solidFill>
            </a:endParaRPr>
          </a:p>
        </p:txBody>
      </p:sp>
      <p:cxnSp>
        <p:nvCxnSpPr>
          <p:cNvPr id="230" name="Google Shape;230;p38"/>
          <p:cNvCxnSpPr/>
          <p:nvPr/>
        </p:nvCxnSpPr>
        <p:spPr>
          <a:xfrm>
            <a:off x="372000" y="848175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38"/>
          <p:cNvCxnSpPr/>
          <p:nvPr/>
        </p:nvCxnSpPr>
        <p:spPr>
          <a:xfrm>
            <a:off x="371988" y="1535338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p38"/>
          <p:cNvSpPr/>
          <p:nvPr/>
        </p:nvSpPr>
        <p:spPr>
          <a:xfrm>
            <a:off x="399200" y="1001950"/>
            <a:ext cx="1263600" cy="3189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Objetivo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1707888" y="867159"/>
            <a:ext cx="5540100" cy="62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Realizar uma análise abrangente dos dados agregados por municípios do Censo 2022 para investigar as relações entre demografia, infraestrutura, educação e renda, entregando insights estatísticos e painéis interativos para facilitar a tomada de decisão.</a:t>
            </a:r>
            <a:endParaRPr lang="pt-BR" sz="10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13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3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2445725" y="1630725"/>
            <a:ext cx="31608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11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Etapas de planejamento e análise</a:t>
            </a:r>
            <a:endParaRPr sz="1100"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" name="Google Shape;235;p38"/>
          <p:cNvCxnSpPr/>
          <p:nvPr/>
        </p:nvCxnSpPr>
        <p:spPr>
          <a:xfrm>
            <a:off x="371988" y="1992538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38"/>
          <p:cNvCxnSpPr/>
          <p:nvPr/>
        </p:nvCxnSpPr>
        <p:spPr>
          <a:xfrm>
            <a:off x="371988" y="2297338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Google Shape;237;p38"/>
          <p:cNvSpPr txBox="1"/>
          <p:nvPr/>
        </p:nvSpPr>
        <p:spPr>
          <a:xfrm>
            <a:off x="502100" y="1981575"/>
            <a:ext cx="8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800" b="1"/>
              <a:t>Marco</a:t>
            </a:r>
            <a:endParaRPr sz="800" b="1"/>
          </a:p>
        </p:txBody>
      </p:sp>
      <p:sp>
        <p:nvSpPr>
          <p:cNvPr id="238" name="Google Shape;238;p38"/>
          <p:cNvSpPr txBox="1"/>
          <p:nvPr/>
        </p:nvSpPr>
        <p:spPr>
          <a:xfrm>
            <a:off x="1860225" y="1992550"/>
            <a:ext cx="8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800" b="1"/>
              <a:t>Tarefas</a:t>
            </a:r>
            <a:endParaRPr sz="800" b="1"/>
          </a:p>
        </p:txBody>
      </p:sp>
      <p:sp>
        <p:nvSpPr>
          <p:cNvPr id="239" name="Google Shape;239;p38"/>
          <p:cNvSpPr txBox="1"/>
          <p:nvPr/>
        </p:nvSpPr>
        <p:spPr>
          <a:xfrm>
            <a:off x="3873725" y="1992550"/>
            <a:ext cx="1498975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800" b="1" dirty="0"/>
              <a:t>Resultados/Entregáveis</a:t>
            </a:r>
            <a:endParaRPr sz="800" b="1" dirty="0"/>
          </a:p>
        </p:txBody>
      </p:sp>
      <p:sp>
        <p:nvSpPr>
          <p:cNvPr id="240" name="Google Shape;240;p38"/>
          <p:cNvSpPr txBox="1"/>
          <p:nvPr/>
        </p:nvSpPr>
        <p:spPr>
          <a:xfrm>
            <a:off x="6088750" y="1992550"/>
            <a:ext cx="126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800" b="1"/>
              <a:t>Tempo estimado</a:t>
            </a:r>
            <a:endParaRPr sz="800" b="1"/>
          </a:p>
        </p:txBody>
      </p:sp>
      <p:sp>
        <p:nvSpPr>
          <p:cNvPr id="241" name="Google Shape;241;p38"/>
          <p:cNvSpPr txBox="1"/>
          <p:nvPr/>
        </p:nvSpPr>
        <p:spPr>
          <a:xfrm>
            <a:off x="1852000" y="2329400"/>
            <a:ext cx="13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8"/>
          <p:cNvSpPr txBox="1"/>
          <p:nvPr/>
        </p:nvSpPr>
        <p:spPr>
          <a:xfrm>
            <a:off x="1596825" y="2649450"/>
            <a:ext cx="2061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Definir o escopo do projeto e as perguntas de pesquisa</a:t>
            </a:r>
            <a:endParaRPr sz="900" dirty="0"/>
          </a:p>
          <a:p>
            <a:pPr marL="457200" lvl="0" indent="-285750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Reunir os datasets dos agregados por municípios</a:t>
            </a:r>
          </a:p>
          <a:p>
            <a:pPr marL="457200" lvl="0" indent="-285750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Identificar necessidades de software (Python, Jupyter, Tableau, Power BI)</a:t>
            </a:r>
            <a:endParaRPr sz="900" dirty="0"/>
          </a:p>
        </p:txBody>
      </p:sp>
      <p:sp>
        <p:nvSpPr>
          <p:cNvPr id="243" name="Google Shape;243;p38"/>
          <p:cNvSpPr txBox="1"/>
          <p:nvPr/>
        </p:nvSpPr>
        <p:spPr>
          <a:xfrm>
            <a:off x="3720450" y="2638575"/>
            <a:ext cx="1959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Documento de estratégia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README no GitHub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Definição do escopo</a:t>
            </a:r>
          </a:p>
        </p:txBody>
      </p:sp>
      <p:sp>
        <p:nvSpPr>
          <p:cNvPr id="244" name="Google Shape;244;p38"/>
          <p:cNvSpPr txBox="1"/>
          <p:nvPr/>
        </p:nvSpPr>
        <p:spPr>
          <a:xfrm>
            <a:off x="449299" y="2915625"/>
            <a:ext cx="11475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Marco 1 (Planejar)</a:t>
            </a:r>
            <a:endParaRPr sz="900" dirty="0"/>
          </a:p>
        </p:txBody>
      </p:sp>
      <p:sp>
        <p:nvSpPr>
          <p:cNvPr id="245" name="Google Shape;245;p38"/>
          <p:cNvSpPr txBox="1"/>
          <p:nvPr/>
        </p:nvSpPr>
        <p:spPr>
          <a:xfrm>
            <a:off x="6189800" y="2602150"/>
            <a:ext cx="126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1 semana</a:t>
            </a:r>
            <a:endParaRPr sz="900" dirty="0"/>
          </a:p>
        </p:txBody>
      </p:sp>
      <p:sp>
        <p:nvSpPr>
          <p:cNvPr id="246" name="Google Shape;246;p38"/>
          <p:cNvSpPr/>
          <p:nvPr/>
        </p:nvSpPr>
        <p:spPr>
          <a:xfrm>
            <a:off x="0" y="3929613"/>
            <a:ext cx="7772400" cy="12912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8"/>
          <p:cNvSpPr txBox="1"/>
          <p:nvPr/>
        </p:nvSpPr>
        <p:spPr>
          <a:xfrm>
            <a:off x="449300" y="4363425"/>
            <a:ext cx="1258588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Marco 2 (Analisar)</a:t>
            </a:r>
            <a:endParaRPr sz="900" dirty="0"/>
          </a:p>
        </p:txBody>
      </p:sp>
      <p:sp>
        <p:nvSpPr>
          <p:cNvPr id="248" name="Google Shape;248;p38"/>
          <p:cNvSpPr txBox="1"/>
          <p:nvPr/>
        </p:nvSpPr>
        <p:spPr>
          <a:xfrm>
            <a:off x="1596825" y="3849106"/>
            <a:ext cx="20610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Realizar a limpeza, formatação e tratamento de valores ausentes nos arquivos .csv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Fazer o cruzamento (merge) das bases</a:t>
            </a: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Realizar EDA respondendo às perguntas de pesquisa iniciais</a:t>
            </a:r>
            <a:endParaRPr sz="900" dirty="0"/>
          </a:p>
        </p:txBody>
      </p:sp>
      <p:sp>
        <p:nvSpPr>
          <p:cNvPr id="249" name="Google Shape;249;p38"/>
          <p:cNvSpPr txBox="1"/>
          <p:nvPr/>
        </p:nvSpPr>
        <p:spPr>
          <a:xfrm>
            <a:off x="3720450" y="4183275"/>
            <a:ext cx="19845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Base de dados limpa e pronta para modelagem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>
                <a:solidFill>
                  <a:schemeClr val="accent2"/>
                </a:solidFill>
              </a:rPr>
              <a:t>Jupyter Notebook com a EDA documentada (estatísticas descritivas e gráficos exploratórios)</a:t>
            </a:r>
            <a:endParaRPr sz="900" dirty="0"/>
          </a:p>
        </p:txBody>
      </p:sp>
      <p:sp>
        <p:nvSpPr>
          <p:cNvPr id="250" name="Google Shape;250;p38"/>
          <p:cNvSpPr txBox="1"/>
          <p:nvPr/>
        </p:nvSpPr>
        <p:spPr>
          <a:xfrm>
            <a:off x="6189800" y="4253663"/>
            <a:ext cx="126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2 semanas</a:t>
            </a:r>
            <a:endParaRPr sz="900" dirty="0"/>
          </a:p>
        </p:txBody>
      </p:sp>
      <p:sp>
        <p:nvSpPr>
          <p:cNvPr id="251" name="Google Shape;251;p38"/>
          <p:cNvSpPr txBox="1"/>
          <p:nvPr/>
        </p:nvSpPr>
        <p:spPr>
          <a:xfrm>
            <a:off x="1852000" y="5682200"/>
            <a:ext cx="13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8"/>
          <p:cNvSpPr txBox="1"/>
          <p:nvPr/>
        </p:nvSpPr>
        <p:spPr>
          <a:xfrm>
            <a:off x="1596825" y="5773650"/>
            <a:ext cx="19845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Realizar testes de hipótese para comparar diferenças demográficas entre regiões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Construir modelos de </a:t>
            </a:r>
            <a:r>
              <a:rPr lang="pt-BR" sz="900" dirty="0"/>
              <a:t>regressão linear para investigar as correlações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Avaliar os resultados estatísticos dos modelos.</a:t>
            </a:r>
            <a:endParaRPr sz="900" dirty="0"/>
          </a:p>
        </p:txBody>
      </p:sp>
      <p:sp>
        <p:nvSpPr>
          <p:cNvPr id="253" name="Google Shape;253;p38"/>
          <p:cNvSpPr txBox="1"/>
          <p:nvPr/>
        </p:nvSpPr>
        <p:spPr>
          <a:xfrm>
            <a:off x="3720450" y="5983113"/>
            <a:ext cx="1959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Código dos modelos estatísticos e de regressão documentados no jupyter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Relatório de descobertas e insights estatísticos validados</a:t>
            </a:r>
            <a:endParaRPr sz="900" dirty="0"/>
          </a:p>
        </p:txBody>
      </p:sp>
      <p:sp>
        <p:nvSpPr>
          <p:cNvPr id="254" name="Google Shape;254;p38"/>
          <p:cNvSpPr txBox="1"/>
          <p:nvPr/>
        </p:nvSpPr>
        <p:spPr>
          <a:xfrm>
            <a:off x="373100" y="6420825"/>
            <a:ext cx="122372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Marco 3 (Contruir)</a:t>
            </a:r>
            <a:endParaRPr sz="900" dirty="0"/>
          </a:p>
        </p:txBody>
      </p:sp>
      <p:sp>
        <p:nvSpPr>
          <p:cNvPr id="255" name="Google Shape;255;p38"/>
          <p:cNvSpPr txBox="1"/>
          <p:nvPr/>
        </p:nvSpPr>
        <p:spPr>
          <a:xfrm>
            <a:off x="6136800" y="5905163"/>
            <a:ext cx="126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2 a 3 semanas</a:t>
            </a:r>
            <a:endParaRPr sz="900" dirty="0"/>
          </a:p>
        </p:txBody>
      </p:sp>
      <p:sp>
        <p:nvSpPr>
          <p:cNvPr id="256" name="Google Shape;256;p38"/>
          <p:cNvSpPr/>
          <p:nvPr/>
        </p:nvSpPr>
        <p:spPr>
          <a:xfrm>
            <a:off x="-12475" y="7514600"/>
            <a:ext cx="7772400" cy="1567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8"/>
          <p:cNvSpPr txBox="1"/>
          <p:nvPr/>
        </p:nvSpPr>
        <p:spPr>
          <a:xfrm>
            <a:off x="373100" y="8113150"/>
            <a:ext cx="116614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Marco 4 (Executar)</a:t>
            </a:r>
            <a:endParaRPr sz="900" dirty="0"/>
          </a:p>
        </p:txBody>
      </p:sp>
      <p:sp>
        <p:nvSpPr>
          <p:cNvPr id="258" name="Google Shape;258;p38"/>
          <p:cNvSpPr txBox="1"/>
          <p:nvPr/>
        </p:nvSpPr>
        <p:spPr>
          <a:xfrm>
            <a:off x="1596825" y="7831050"/>
            <a:ext cx="19845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Compilar e sintetizar os resultados finais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Desenvolver dashboards interativos e contar a história dos dados</a:t>
            </a:r>
            <a:endParaRPr sz="900" dirty="0"/>
          </a:p>
        </p:txBody>
      </p:sp>
      <p:sp>
        <p:nvSpPr>
          <p:cNvPr id="259" name="Google Shape;259;p38"/>
          <p:cNvSpPr txBox="1"/>
          <p:nvPr/>
        </p:nvSpPr>
        <p:spPr>
          <a:xfrm>
            <a:off x="3775450" y="7929550"/>
            <a:ext cx="19845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900" dirty="0"/>
              <a:t>Dashboards criados no Power BI e no Tableau</a:t>
            </a:r>
            <a:endParaRPr sz="900" dirty="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" sz="900" dirty="0"/>
              <a:t>Sumário executivo com as conclusões finais e recomendações no repositório</a:t>
            </a:r>
            <a:endParaRPr sz="900" dirty="0"/>
          </a:p>
        </p:txBody>
      </p:sp>
      <p:sp>
        <p:nvSpPr>
          <p:cNvPr id="260" name="Google Shape;260;p38"/>
          <p:cNvSpPr txBox="1"/>
          <p:nvPr/>
        </p:nvSpPr>
        <p:spPr>
          <a:xfrm>
            <a:off x="6088750" y="7982275"/>
            <a:ext cx="126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900" dirty="0"/>
              <a:t>3 semanas</a:t>
            </a:r>
            <a:endParaRPr sz="900" dirty="0"/>
          </a:p>
        </p:txBody>
      </p:sp>
      <p:sp>
        <p:nvSpPr>
          <p:cNvPr id="261" name="Google Shape;261;p38"/>
          <p:cNvSpPr txBox="1"/>
          <p:nvPr/>
        </p:nvSpPr>
        <p:spPr>
          <a:xfrm>
            <a:off x="2293325" y="5288325"/>
            <a:ext cx="31608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11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Etapas de construção e execução</a:t>
            </a:r>
            <a:endParaRPr sz="1100"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" name="Google Shape;262;p38"/>
          <p:cNvCxnSpPr/>
          <p:nvPr/>
        </p:nvCxnSpPr>
        <p:spPr>
          <a:xfrm>
            <a:off x="219588" y="5650138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DD78F8-A32A-328F-B64C-EBFC4474B0E6}"/>
              </a:ext>
            </a:extLst>
          </p:cNvPr>
          <p:cNvSpPr txBox="1"/>
          <p:nvPr/>
        </p:nvSpPr>
        <p:spPr>
          <a:xfrm>
            <a:off x="449299" y="9786078"/>
            <a:ext cx="805029" cy="2154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800" dirty="0"/>
              <a:t>Isaias Santos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al Master">
  <a:themeElements>
    <a:clrScheme name="Simple Light">
      <a:dk1>
        <a:srgbClr val="212121"/>
      </a:dk1>
      <a:lt1>
        <a:srgbClr val="FFFFFF"/>
      </a:lt1>
      <a:dk2>
        <a:srgbClr val="757575"/>
      </a:dk2>
      <a:lt2>
        <a:srgbClr val="EEEEEE"/>
      </a:lt2>
      <a:accent1>
        <a:srgbClr val="595959"/>
      </a:accent1>
      <a:accent2>
        <a:srgbClr val="000000"/>
      </a:accent2>
      <a:accent3>
        <a:srgbClr val="78909C"/>
      </a:accent3>
      <a:accent4>
        <a:srgbClr val="FF49E8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268</Words>
  <Application>Microsoft Office PowerPoint</Application>
  <PresentationFormat>Personalizar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Helvetica Neue</vt:lpstr>
      <vt:lpstr>Arial</vt:lpstr>
      <vt:lpstr>Roboto</vt:lpstr>
      <vt:lpstr>Open Sans</vt:lpstr>
      <vt:lpstr>Global Master</vt:lpstr>
      <vt:lpstr>Proposta de Projeto: Análise Demográfica e Socioeconômica - Censo IBGE 2022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Sousa dos Santos</dc:creator>
  <cp:lastModifiedBy>Isaias Sousa dos Santos</cp:lastModifiedBy>
  <cp:revision>1</cp:revision>
  <dcterms:modified xsi:type="dcterms:W3CDTF">2026-03-24T20:51:48Z</dcterms:modified>
</cp:coreProperties>
</file>