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7772400" cy="10058400"/>
  <p:notesSz cx="6858000" cy="9144000"/>
  <p:embeddedFontLst>
    <p:embeddedFont>
      <p:font typeface="Helvetica Neue" panose="020B0604020202020204" charset="0"/>
      <p:regular r:id="rId4"/>
      <p:bold r:id="rId5"/>
      <p:italic r:id="rId6"/>
      <p:boldItalic r:id="rId7"/>
    </p:embeddedFont>
    <p:embeddedFont>
      <p:font typeface="Open Sans" panose="020B0606030504020204" pitchFamily="34" charset="0"/>
      <p:regular r:id="rId8"/>
      <p:bold r:id="rId9"/>
      <p:italic r:id="rId10"/>
      <p:boldItalic r:id="rId11"/>
    </p:embeddedFont>
    <p:embeddedFont>
      <p:font typeface="Roboto" panose="02000000000000000000" pitchFamily="2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3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10" Type="http://schemas.openxmlformats.org/officeDocument/2006/relationships/font" Target="fonts/font7.fntdata"/><Relationship Id="rId19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104480" y="685800"/>
            <a:ext cx="2649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1467dd8d28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05025" y="685800"/>
            <a:ext cx="264953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1467dd8d28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- Title">
  <p:cSld name="TITLE_2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ue Footer - Title &amp; Body">
  <p:cSld name="CUSTOM_3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oogle Shape;14;p3"/>
          <p:cNvGrpSpPr/>
          <p:nvPr/>
        </p:nvGrpSpPr>
        <p:grpSpPr>
          <a:xfrm>
            <a:off x="-16250" y="9048087"/>
            <a:ext cx="7804900" cy="1072407"/>
            <a:chOff x="-19118" y="4617750"/>
            <a:chExt cx="9182236" cy="548378"/>
          </a:xfrm>
        </p:grpSpPr>
        <p:sp>
          <p:nvSpPr>
            <p:cNvPr id="15" name="Google Shape;15;p3"/>
            <p:cNvSpPr/>
            <p:nvPr/>
          </p:nvSpPr>
          <p:spPr>
            <a:xfrm flipH="1">
              <a:off x="19244" y="4617750"/>
              <a:ext cx="9143874" cy="548378"/>
            </a:xfrm>
            <a:custGeom>
              <a:avLst/>
              <a:gdLst/>
              <a:ahLst/>
              <a:cxnLst/>
              <a:rect l="l" t="t" r="r" b="b"/>
              <a:pathLst>
                <a:path w="367556" h="19840" extrusionOk="0">
                  <a:moveTo>
                    <a:pt x="0" y="19840"/>
                  </a:moveTo>
                  <a:lnTo>
                    <a:pt x="515" y="0"/>
                  </a:lnTo>
                  <a:lnTo>
                    <a:pt x="367556" y="11270"/>
                  </a:lnTo>
                  <a:lnTo>
                    <a:pt x="367044" y="18698"/>
                  </a:lnTo>
                  <a:close/>
                </a:path>
              </a:pathLst>
            </a:custGeom>
            <a:solidFill>
              <a:srgbClr val="4069DD"/>
            </a:solidFill>
            <a:ln>
              <a:noFill/>
            </a:ln>
          </p:spPr>
        </p:sp>
        <p:sp>
          <p:nvSpPr>
            <p:cNvPr id="16" name="Google Shape;16;p3"/>
            <p:cNvSpPr/>
            <p:nvPr/>
          </p:nvSpPr>
          <p:spPr>
            <a:xfrm flipH="1">
              <a:off x="-19118" y="4677825"/>
              <a:ext cx="4769786" cy="473975"/>
            </a:xfrm>
            <a:custGeom>
              <a:avLst/>
              <a:gdLst/>
              <a:ahLst/>
              <a:cxnLst/>
              <a:rect l="l" t="t" r="r" b="b"/>
              <a:pathLst>
                <a:path w="366343" h="18959" extrusionOk="0">
                  <a:moveTo>
                    <a:pt x="0" y="18521"/>
                  </a:moveTo>
                  <a:lnTo>
                    <a:pt x="366343" y="0"/>
                  </a:lnTo>
                  <a:lnTo>
                    <a:pt x="366052" y="18959"/>
                  </a:lnTo>
                  <a:close/>
                </a:path>
              </a:pathLst>
            </a:custGeom>
            <a:solidFill>
              <a:srgbClr val="448AFF"/>
            </a:solidFill>
            <a:ln>
              <a:noFill/>
            </a:ln>
          </p:spPr>
        </p:sp>
      </p:grpSp>
      <p:pic>
        <p:nvPicPr>
          <p:cNvPr id="17" name="Google Shape;17;p3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149791" y="2553711"/>
            <a:ext cx="4458300" cy="50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Red Footer - Title &amp; Body">
  <p:cSld name="CUSTOM_3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/>
          <p:nvPr/>
        </p:nvSpPr>
        <p:spPr>
          <a:xfrm flipH="1">
            <a:off x="22273" y="9030267"/>
            <a:ext cx="7771972" cy="1072402"/>
          </a:xfrm>
          <a:custGeom>
            <a:avLst/>
            <a:gdLst/>
            <a:ahLst/>
            <a:cxnLst/>
            <a:rect l="l" t="t" r="r" b="b"/>
            <a:pathLst>
              <a:path w="367556" h="19840" extrusionOk="0">
                <a:moveTo>
                  <a:pt x="0" y="19840"/>
                </a:moveTo>
                <a:lnTo>
                  <a:pt x="515" y="0"/>
                </a:lnTo>
                <a:lnTo>
                  <a:pt x="367556" y="11270"/>
                </a:lnTo>
                <a:lnTo>
                  <a:pt x="367044" y="18698"/>
                </a:lnTo>
                <a:close/>
              </a:path>
            </a:pathLst>
          </a:custGeom>
          <a:solidFill>
            <a:srgbClr val="800000"/>
          </a:solidFill>
          <a:ln>
            <a:noFill/>
          </a:ln>
        </p:spPr>
      </p:sp>
      <p:sp>
        <p:nvSpPr>
          <p:cNvPr id="24" name="Google Shape;24;p4"/>
          <p:cNvSpPr/>
          <p:nvPr/>
        </p:nvSpPr>
        <p:spPr>
          <a:xfrm flipH="1">
            <a:off x="-10838" y="9165362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</p:sp>
      <p:pic>
        <p:nvPicPr>
          <p:cNvPr id="25" name="Google Shape;25;p4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149791" y="2553711"/>
            <a:ext cx="4458300" cy="50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Yellow Footer - Title &amp; Body">
  <p:cSld name="CUSTOM_3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/>
          <p:nvPr/>
        </p:nvSpPr>
        <p:spPr>
          <a:xfrm flipH="1">
            <a:off x="22273" y="9030267"/>
            <a:ext cx="7771972" cy="1072402"/>
          </a:xfrm>
          <a:custGeom>
            <a:avLst/>
            <a:gdLst/>
            <a:ahLst/>
            <a:cxnLst/>
            <a:rect l="l" t="t" r="r" b="b"/>
            <a:pathLst>
              <a:path w="367556" h="19840" extrusionOk="0">
                <a:moveTo>
                  <a:pt x="0" y="19840"/>
                </a:moveTo>
                <a:lnTo>
                  <a:pt x="515" y="0"/>
                </a:lnTo>
                <a:lnTo>
                  <a:pt x="367556" y="11270"/>
                </a:lnTo>
                <a:lnTo>
                  <a:pt x="367044" y="18698"/>
                </a:lnTo>
                <a:close/>
              </a:path>
            </a:pathLst>
          </a:custGeom>
          <a:solidFill>
            <a:srgbClr val="FBBC05"/>
          </a:solidFill>
          <a:ln>
            <a:noFill/>
          </a:ln>
        </p:spPr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149791" y="2553711"/>
            <a:ext cx="4458300" cy="50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/>
          <p:nvPr/>
        </p:nvSpPr>
        <p:spPr>
          <a:xfrm flipH="1">
            <a:off x="-10838" y="9147747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FFCC50"/>
          </a:solidFill>
          <a:ln>
            <a:noFill/>
          </a:ln>
        </p:spPr>
      </p:sp>
      <p:pic>
        <p:nvPicPr>
          <p:cNvPr id="33" name="Google Shape;33;p5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Green Footer - Title &amp; Body">
  <p:cSld name="CUSTOM_3_1_1_1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68914" y="9030267"/>
            <a:ext cx="7725331" cy="1072402"/>
          </a:xfrm>
          <a:custGeom>
            <a:avLst/>
            <a:gdLst/>
            <a:ahLst/>
            <a:cxnLst/>
            <a:rect l="l" t="t" r="r" b="b"/>
            <a:pathLst>
              <a:path w="363545" h="21935" extrusionOk="0">
                <a:moveTo>
                  <a:pt x="363545" y="21935"/>
                </a:moveTo>
                <a:lnTo>
                  <a:pt x="363036" y="0"/>
                </a:lnTo>
                <a:lnTo>
                  <a:pt x="0" y="12743"/>
                </a:lnTo>
                <a:lnTo>
                  <a:pt x="869" y="20673"/>
                </a:lnTo>
                <a:close/>
              </a:path>
            </a:pathLst>
          </a:custGeom>
          <a:solidFill>
            <a:srgbClr val="349351"/>
          </a:solidFill>
          <a:ln>
            <a:noFill/>
          </a:ln>
        </p:spPr>
      </p:sp>
      <p:sp>
        <p:nvSpPr>
          <p:cNvPr id="38" name="Google Shape;38;p6"/>
          <p:cNvSpPr/>
          <p:nvPr/>
        </p:nvSpPr>
        <p:spPr>
          <a:xfrm flipH="1">
            <a:off x="-10838" y="9165362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</p:sp>
      <p:pic>
        <p:nvPicPr>
          <p:cNvPr id="39" name="Google Shape;39;p6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149791" y="2553711"/>
            <a:ext cx="4458300" cy="50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Gray Footer - Title &amp; Body">
  <p:cSld name="CUSTOM_3_1_1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/>
          <p:nvPr/>
        </p:nvSpPr>
        <p:spPr>
          <a:xfrm flipH="1">
            <a:off x="22273" y="9030267"/>
            <a:ext cx="7771972" cy="1072402"/>
          </a:xfrm>
          <a:custGeom>
            <a:avLst/>
            <a:gdLst/>
            <a:ahLst/>
            <a:cxnLst/>
            <a:rect l="l" t="t" r="r" b="b"/>
            <a:pathLst>
              <a:path w="367556" h="19840" extrusionOk="0">
                <a:moveTo>
                  <a:pt x="0" y="19840"/>
                </a:moveTo>
                <a:lnTo>
                  <a:pt x="515" y="0"/>
                </a:lnTo>
                <a:lnTo>
                  <a:pt x="367556" y="11270"/>
                </a:lnTo>
                <a:lnTo>
                  <a:pt x="367044" y="18698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</p:sp>
      <p:sp>
        <p:nvSpPr>
          <p:cNvPr id="44" name="Google Shape;44;p7"/>
          <p:cNvSpPr/>
          <p:nvPr/>
        </p:nvSpPr>
        <p:spPr>
          <a:xfrm flipH="1">
            <a:off x="-10838" y="9165362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999999"/>
          </a:solidFill>
          <a:ln>
            <a:noFill/>
          </a:ln>
        </p:spPr>
      </p:sp>
      <p:pic>
        <p:nvPicPr>
          <p:cNvPr id="45" name="Google Shape;45;p7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1"/>
          </p:nvPr>
        </p:nvSpPr>
        <p:spPr>
          <a:xfrm>
            <a:off x="149791" y="2553711"/>
            <a:ext cx="4458300" cy="50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Blue Footer">
  <p:cSld name="TITLE_2_1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/>
        </p:nvSpPr>
        <p:spPr>
          <a:xfrm>
            <a:off x="3993321" y="9367991"/>
            <a:ext cx="3693900" cy="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Source:  Lorem ipsum dolor sit amet, consectetur adipiscing elit. Duis non erat sem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149791" y="346769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3" name="Google Shape;53;p8"/>
          <p:cNvGrpSpPr/>
          <p:nvPr/>
        </p:nvGrpSpPr>
        <p:grpSpPr>
          <a:xfrm>
            <a:off x="-16250" y="9048087"/>
            <a:ext cx="7804900" cy="1072407"/>
            <a:chOff x="-19118" y="4617750"/>
            <a:chExt cx="9182236" cy="548378"/>
          </a:xfrm>
        </p:grpSpPr>
        <p:sp>
          <p:nvSpPr>
            <p:cNvPr id="54" name="Google Shape;54;p8"/>
            <p:cNvSpPr/>
            <p:nvPr/>
          </p:nvSpPr>
          <p:spPr>
            <a:xfrm flipH="1">
              <a:off x="19244" y="4617750"/>
              <a:ext cx="9143874" cy="548378"/>
            </a:xfrm>
            <a:custGeom>
              <a:avLst/>
              <a:gdLst/>
              <a:ahLst/>
              <a:cxnLst/>
              <a:rect l="l" t="t" r="r" b="b"/>
              <a:pathLst>
                <a:path w="367556" h="19840" extrusionOk="0">
                  <a:moveTo>
                    <a:pt x="0" y="19840"/>
                  </a:moveTo>
                  <a:lnTo>
                    <a:pt x="515" y="0"/>
                  </a:lnTo>
                  <a:lnTo>
                    <a:pt x="367556" y="11270"/>
                  </a:lnTo>
                  <a:lnTo>
                    <a:pt x="367044" y="18698"/>
                  </a:lnTo>
                  <a:close/>
                </a:path>
              </a:pathLst>
            </a:custGeom>
            <a:solidFill>
              <a:srgbClr val="4069DD"/>
            </a:solidFill>
            <a:ln>
              <a:noFill/>
            </a:ln>
          </p:spPr>
        </p:sp>
        <p:sp>
          <p:nvSpPr>
            <p:cNvPr id="55" name="Google Shape;55;p8"/>
            <p:cNvSpPr/>
            <p:nvPr/>
          </p:nvSpPr>
          <p:spPr>
            <a:xfrm flipH="1">
              <a:off x="-19118" y="4677825"/>
              <a:ext cx="4769786" cy="473975"/>
            </a:xfrm>
            <a:custGeom>
              <a:avLst/>
              <a:gdLst/>
              <a:ahLst/>
              <a:cxnLst/>
              <a:rect l="l" t="t" r="r" b="b"/>
              <a:pathLst>
                <a:path w="366343" h="18959" extrusionOk="0">
                  <a:moveTo>
                    <a:pt x="0" y="18521"/>
                  </a:moveTo>
                  <a:lnTo>
                    <a:pt x="366343" y="0"/>
                  </a:lnTo>
                  <a:lnTo>
                    <a:pt x="366052" y="18959"/>
                  </a:lnTo>
                  <a:close/>
                </a:path>
              </a:pathLst>
            </a:custGeom>
            <a:solidFill>
              <a:srgbClr val="448AFF"/>
            </a:solidFill>
            <a:ln>
              <a:noFill/>
            </a:ln>
          </p:spPr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Red Footer">
  <p:cSld name="TITLE_2_1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/>
          <p:nvPr/>
        </p:nvSpPr>
        <p:spPr>
          <a:xfrm flipH="1">
            <a:off x="-16320" y="9030267"/>
            <a:ext cx="7810565" cy="1072402"/>
          </a:xfrm>
          <a:custGeom>
            <a:avLst/>
            <a:gdLst/>
            <a:ahLst/>
            <a:cxnLst/>
            <a:rect l="l" t="t" r="r" b="b"/>
            <a:pathLst>
              <a:path w="367556" h="19840" extrusionOk="0">
                <a:moveTo>
                  <a:pt x="0" y="19840"/>
                </a:moveTo>
                <a:lnTo>
                  <a:pt x="515" y="0"/>
                </a:lnTo>
                <a:lnTo>
                  <a:pt x="367556" y="11270"/>
                </a:lnTo>
                <a:lnTo>
                  <a:pt x="367044" y="18698"/>
                </a:lnTo>
                <a:close/>
              </a:path>
            </a:pathLst>
          </a:custGeom>
          <a:solidFill>
            <a:srgbClr val="800000"/>
          </a:solidFill>
          <a:ln>
            <a:noFill/>
          </a:ln>
        </p:spPr>
      </p:sp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/>
          <p:nvPr/>
        </p:nvSpPr>
        <p:spPr>
          <a:xfrm flipH="1">
            <a:off x="-18495" y="9165362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</p:sp>
      <p:sp>
        <p:nvSpPr>
          <p:cNvPr id="60" name="Google Shape;60;p9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1" name="Google Shape;61;p9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Yellow Footer">
  <p:cSld name="TITLE_2_2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/>
          <p:nvPr/>
        </p:nvSpPr>
        <p:spPr>
          <a:xfrm flipH="1">
            <a:off x="22273" y="9030267"/>
            <a:ext cx="7771972" cy="1072402"/>
          </a:xfrm>
          <a:custGeom>
            <a:avLst/>
            <a:gdLst/>
            <a:ahLst/>
            <a:cxnLst/>
            <a:rect l="l" t="t" r="r" b="b"/>
            <a:pathLst>
              <a:path w="367556" h="19840" extrusionOk="0">
                <a:moveTo>
                  <a:pt x="0" y="19840"/>
                </a:moveTo>
                <a:lnTo>
                  <a:pt x="515" y="0"/>
                </a:lnTo>
                <a:lnTo>
                  <a:pt x="367556" y="11270"/>
                </a:lnTo>
                <a:lnTo>
                  <a:pt x="367044" y="18698"/>
                </a:lnTo>
                <a:close/>
              </a:path>
            </a:pathLst>
          </a:custGeom>
          <a:solidFill>
            <a:srgbClr val="FBBC05"/>
          </a:solidFill>
          <a:ln>
            <a:noFill/>
          </a:ln>
        </p:spPr>
      </p:sp>
      <p:sp>
        <p:nvSpPr>
          <p:cNvPr id="65" name="Google Shape;65;p10"/>
          <p:cNvSpPr/>
          <p:nvPr/>
        </p:nvSpPr>
        <p:spPr>
          <a:xfrm flipH="1">
            <a:off x="-10838" y="9165362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FFCC50"/>
          </a:solidFill>
          <a:ln>
            <a:noFill/>
          </a:ln>
        </p:spPr>
      </p:sp>
      <p:sp>
        <p:nvSpPr>
          <p:cNvPr id="66" name="Google Shape;66;p10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" name="Google Shape;67;p10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Green Footer">
  <p:cSld name="TITLE_2_3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/>
          <p:nvPr/>
        </p:nvSpPr>
        <p:spPr>
          <a:xfrm flipH="1">
            <a:off x="60867" y="9030267"/>
            <a:ext cx="7733378" cy="1072402"/>
          </a:xfrm>
          <a:custGeom>
            <a:avLst/>
            <a:gdLst/>
            <a:ahLst/>
            <a:cxnLst/>
            <a:rect l="l" t="t" r="r" b="b"/>
            <a:pathLst>
              <a:path w="367556" h="19840" extrusionOk="0">
                <a:moveTo>
                  <a:pt x="0" y="19840"/>
                </a:moveTo>
                <a:lnTo>
                  <a:pt x="515" y="0"/>
                </a:lnTo>
                <a:lnTo>
                  <a:pt x="367556" y="11270"/>
                </a:lnTo>
                <a:lnTo>
                  <a:pt x="367044" y="18698"/>
                </a:lnTo>
                <a:close/>
              </a:path>
            </a:pathLst>
          </a:custGeom>
          <a:solidFill>
            <a:srgbClr val="349351"/>
          </a:solidFill>
          <a:ln>
            <a:noFill/>
          </a:ln>
        </p:spPr>
      </p:sp>
      <p:sp>
        <p:nvSpPr>
          <p:cNvPr id="71" name="Google Shape;71;p11"/>
          <p:cNvSpPr/>
          <p:nvPr/>
        </p:nvSpPr>
        <p:spPr>
          <a:xfrm flipH="1">
            <a:off x="-10838" y="9165362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34A853"/>
          </a:solidFill>
          <a:ln>
            <a:noFill/>
          </a:ln>
        </p:spPr>
      </p:sp>
      <p:sp>
        <p:nvSpPr>
          <p:cNvPr id="72" name="Google Shape;72;p11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3" name="Google Shape;73;p11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Gray Footer">
  <p:cSld name="TITLE_2_3_1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/>
          <p:nvPr/>
        </p:nvSpPr>
        <p:spPr>
          <a:xfrm flipH="1">
            <a:off x="54435" y="9030267"/>
            <a:ext cx="7739810" cy="1072402"/>
          </a:xfrm>
          <a:custGeom>
            <a:avLst/>
            <a:gdLst/>
            <a:ahLst/>
            <a:cxnLst/>
            <a:rect l="l" t="t" r="r" b="b"/>
            <a:pathLst>
              <a:path w="367556" h="19840" extrusionOk="0">
                <a:moveTo>
                  <a:pt x="0" y="19840"/>
                </a:moveTo>
                <a:lnTo>
                  <a:pt x="515" y="0"/>
                </a:lnTo>
                <a:lnTo>
                  <a:pt x="367556" y="11270"/>
                </a:lnTo>
                <a:lnTo>
                  <a:pt x="367044" y="18698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</p:sp>
      <p:sp>
        <p:nvSpPr>
          <p:cNvPr id="76" name="Google Shape;76;p12"/>
          <p:cNvSpPr/>
          <p:nvPr/>
        </p:nvSpPr>
        <p:spPr>
          <a:xfrm flipH="1">
            <a:off x="-10838" y="9165362"/>
            <a:ext cx="4054501" cy="926906"/>
          </a:xfrm>
          <a:custGeom>
            <a:avLst/>
            <a:gdLst/>
            <a:ahLst/>
            <a:cxnLst/>
            <a:rect l="l" t="t" r="r" b="b"/>
            <a:pathLst>
              <a:path w="366343" h="18959" extrusionOk="0">
                <a:moveTo>
                  <a:pt x="0" y="18521"/>
                </a:moveTo>
                <a:lnTo>
                  <a:pt x="366343" y="0"/>
                </a:lnTo>
                <a:lnTo>
                  <a:pt x="366052" y="18959"/>
                </a:lnTo>
                <a:close/>
              </a:path>
            </a:pathLst>
          </a:custGeom>
          <a:solidFill>
            <a:srgbClr val="999999"/>
          </a:solidFill>
          <a:ln>
            <a:noFill/>
          </a:ln>
        </p:spPr>
      </p:sp>
      <p:sp>
        <p:nvSpPr>
          <p:cNvPr id="77" name="Google Shape;77;p12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5622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9" name="Google Shape;79;p12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TITLE_3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Blue">
  <p:cSld name="CUSTOM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4" name="Google Shape;84;p14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5" name="Google Shape;8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Blue &amp; 1 Text">
  <p:cSld name="CUSTOM_5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5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5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0" name="Google Shape;90;p15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1" name="Google Shape;9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Blue &amp; 3 Text">
  <p:cSld name="CUSTOM_4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6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body" idx="2"/>
          </p:nvPr>
        </p:nvSpPr>
        <p:spPr>
          <a:xfrm>
            <a:off x="160799" y="477375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body" idx="3"/>
          </p:nvPr>
        </p:nvSpPr>
        <p:spPr>
          <a:xfrm>
            <a:off x="168449" y="674671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9" name="Google Shape;99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Red">
  <p:cSld name="CUSTOM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4" name="Google Shape;10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Red &amp; 1 Text">
  <p:cSld name="CUSTOM_1_2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09" name="Google Shape;109;p18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0" name="Google Shape;110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Red &amp; 3 Text">
  <p:cSld name="CUSTOM_1_2_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2"/>
          </p:nvPr>
        </p:nvSpPr>
        <p:spPr>
          <a:xfrm>
            <a:off x="160799" y="477375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body" idx="3"/>
          </p:nvPr>
        </p:nvSpPr>
        <p:spPr>
          <a:xfrm>
            <a:off x="168449" y="674671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7" name="Google Shape;117;p19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8" name="Google Shape;118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Yellow">
  <p:cSld name="CUSTOM_1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0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3" name="Google Shape;123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Yellow &amp; 1 Text">
  <p:cSld name="CUSTOM_1_1_2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8" name="Google Shape;128;p21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9" name="Google Shape;12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Yellow &amp; 3 Text">
  <p:cSld name="CUSTOM_1_1_2_1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32" name="Google Shape;132;p22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2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2"/>
          <p:cNvSpPr txBox="1">
            <a:spLocks noGrp="1"/>
          </p:cNvSpPr>
          <p:nvPr>
            <p:ph type="body" idx="2"/>
          </p:nvPr>
        </p:nvSpPr>
        <p:spPr>
          <a:xfrm>
            <a:off x="160799" y="477375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35" name="Google Shape;135;p22"/>
          <p:cNvSpPr txBox="1">
            <a:spLocks noGrp="1"/>
          </p:cNvSpPr>
          <p:nvPr>
            <p:ph type="body" idx="3"/>
          </p:nvPr>
        </p:nvSpPr>
        <p:spPr>
          <a:xfrm>
            <a:off x="168449" y="674671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36" name="Google Shape;136;p22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7" name="Google Shape;13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Green">
  <p:cSld name="CUSTOM_1_1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23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23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Green &amp; 1 Text">
  <p:cSld name="CUSTOM_1_1_1_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4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4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47" name="Google Shape;147;p24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Green &amp; 3 Text">
  <p:cSld name="CUSTOM_1_1_1_1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153127" y="3012240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2"/>
          </p:nvPr>
        </p:nvSpPr>
        <p:spPr>
          <a:xfrm>
            <a:off x="160799" y="477375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3"/>
          </p:nvPr>
        </p:nvSpPr>
        <p:spPr>
          <a:xfrm>
            <a:off x="168449" y="6746716"/>
            <a:ext cx="2817600" cy="16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●"/>
              <a:defRPr sz="1200"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Font typeface="Roboto"/>
              <a:buChar char="○"/>
              <a:defRPr sz="1200"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Font typeface="Roboto"/>
              <a:buChar char="■"/>
              <a:defRPr sz="12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6" name="Google Shape;156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91" y="9468360"/>
            <a:ext cx="457540" cy="14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Blue">
  <p:cSld name="SECTION_HEADER_2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6"/>
          <p:cNvSpPr txBox="1">
            <a:spLocks noGrp="1"/>
          </p:cNvSpPr>
          <p:nvPr>
            <p:ph type="sldNum" idx="12"/>
          </p:nvPr>
        </p:nvSpPr>
        <p:spPr>
          <a:xfrm>
            <a:off x="7201589" y="9119180"/>
            <a:ext cx="466500" cy="7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6744495" y="9143933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6744495" y="9143933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6"/>
          <p:cNvSpPr/>
          <p:nvPr/>
        </p:nvSpPr>
        <p:spPr>
          <a:xfrm flipH="1">
            <a:off x="2932843" y="1501769"/>
            <a:ext cx="4839600" cy="8556600"/>
          </a:xfrm>
          <a:prstGeom prst="rtTriangle">
            <a:avLst/>
          </a:prstGeom>
          <a:solidFill>
            <a:srgbClr val="77BD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6"/>
          <p:cNvSpPr/>
          <p:nvPr/>
        </p:nvSpPr>
        <p:spPr>
          <a:xfrm rot="10800000">
            <a:off x="2774143" y="93"/>
            <a:ext cx="4998300" cy="5856600"/>
          </a:xfrm>
          <a:prstGeom prst="rtTriangle">
            <a:avLst/>
          </a:prstGeom>
          <a:solidFill>
            <a:srgbClr val="4069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/>
          </p:nvPr>
        </p:nvSpPr>
        <p:spPr>
          <a:xfrm>
            <a:off x="149791" y="1451560"/>
            <a:ext cx="6988800" cy="19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pic>
        <p:nvPicPr>
          <p:cNvPr id="164" name="Google Shape;164;p26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6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Red">
  <p:cSld name="SECTION_HEADER_1_3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>
            <a:spLocks noGrp="1"/>
          </p:cNvSpPr>
          <p:nvPr>
            <p:ph type="sldNum" idx="12"/>
          </p:nvPr>
        </p:nvSpPr>
        <p:spPr>
          <a:xfrm>
            <a:off x="7201589" y="9119180"/>
            <a:ext cx="466500" cy="7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sp>
        <p:nvSpPr>
          <p:cNvPr id="168" name="Google Shape;168;p27"/>
          <p:cNvSpPr txBox="1"/>
          <p:nvPr/>
        </p:nvSpPr>
        <p:spPr>
          <a:xfrm>
            <a:off x="6744495" y="9143933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7"/>
          <p:cNvSpPr/>
          <p:nvPr/>
        </p:nvSpPr>
        <p:spPr>
          <a:xfrm flipH="1">
            <a:off x="2932843" y="1501769"/>
            <a:ext cx="4839600" cy="8556600"/>
          </a:xfrm>
          <a:prstGeom prst="rtTriangle">
            <a:avLst/>
          </a:prstGeom>
          <a:solidFill>
            <a:srgbClr val="FF52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7"/>
          <p:cNvSpPr/>
          <p:nvPr/>
        </p:nvSpPr>
        <p:spPr>
          <a:xfrm rot="10800000">
            <a:off x="2774143" y="93"/>
            <a:ext cx="4998300" cy="5856600"/>
          </a:xfrm>
          <a:prstGeom prst="rtTriangle">
            <a:avLst/>
          </a:prstGeom>
          <a:solidFill>
            <a:srgbClr val="98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title"/>
          </p:nvPr>
        </p:nvSpPr>
        <p:spPr>
          <a:xfrm>
            <a:off x="149791" y="1451560"/>
            <a:ext cx="6988800" cy="19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pic>
        <p:nvPicPr>
          <p:cNvPr id="172" name="Google Shape;172;p27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7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Yellow">
  <p:cSld name="SECTION_HEADER_1_1_3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8"/>
          <p:cNvSpPr/>
          <p:nvPr/>
        </p:nvSpPr>
        <p:spPr>
          <a:xfrm flipH="1">
            <a:off x="2932843" y="1501769"/>
            <a:ext cx="4839600" cy="8556600"/>
          </a:xfrm>
          <a:prstGeom prst="rtTriangle">
            <a:avLst/>
          </a:prstGeom>
          <a:solidFill>
            <a:srgbClr val="FFCC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8"/>
          <p:cNvSpPr/>
          <p:nvPr/>
        </p:nvSpPr>
        <p:spPr>
          <a:xfrm rot="10800000">
            <a:off x="2774143" y="93"/>
            <a:ext cx="4998300" cy="5856600"/>
          </a:xfrm>
          <a:prstGeom prst="rtTriangle">
            <a:avLst/>
          </a:prstGeom>
          <a:solidFill>
            <a:srgbClr val="BF9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28"/>
          <p:cNvSpPr txBox="1">
            <a:spLocks noGrp="1"/>
          </p:cNvSpPr>
          <p:nvPr>
            <p:ph type="title"/>
          </p:nvPr>
        </p:nvSpPr>
        <p:spPr>
          <a:xfrm>
            <a:off x="149791" y="1451560"/>
            <a:ext cx="6988800" cy="19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pic>
        <p:nvPicPr>
          <p:cNvPr id="178" name="Google Shape;178;p28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8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Green">
  <p:cSld name="CUSTOM_2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9"/>
          <p:cNvSpPr/>
          <p:nvPr/>
        </p:nvSpPr>
        <p:spPr>
          <a:xfrm flipH="1">
            <a:off x="2932843" y="1501769"/>
            <a:ext cx="4839600" cy="8556600"/>
          </a:xfrm>
          <a:prstGeom prst="rtTriangle">
            <a:avLst/>
          </a:prstGeom>
          <a:solidFill>
            <a:srgbClr val="57BB8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29"/>
          <p:cNvSpPr/>
          <p:nvPr/>
        </p:nvSpPr>
        <p:spPr>
          <a:xfrm rot="10800000">
            <a:off x="2774143" y="93"/>
            <a:ext cx="4998300" cy="5856600"/>
          </a:xfrm>
          <a:prstGeom prst="rtTriangle">
            <a:avLst/>
          </a:prstGeom>
          <a:solidFill>
            <a:srgbClr val="3493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9"/>
          <p:cNvSpPr txBox="1">
            <a:spLocks noGrp="1"/>
          </p:cNvSpPr>
          <p:nvPr>
            <p:ph type="title"/>
          </p:nvPr>
        </p:nvSpPr>
        <p:spPr>
          <a:xfrm>
            <a:off x="149791" y="1451560"/>
            <a:ext cx="6988800" cy="19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pic>
        <p:nvPicPr>
          <p:cNvPr id="184" name="Google Shape;184;p29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9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Gray">
  <p:cSld name="SECTION_HEADER_1_1_1_1_2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/>
          <p:nvPr/>
        </p:nvSpPr>
        <p:spPr>
          <a:xfrm flipH="1">
            <a:off x="2932843" y="1501769"/>
            <a:ext cx="4839600" cy="8556600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30"/>
          <p:cNvSpPr/>
          <p:nvPr/>
        </p:nvSpPr>
        <p:spPr>
          <a:xfrm rot="10800000">
            <a:off x="2774143" y="93"/>
            <a:ext cx="4998300" cy="5856600"/>
          </a:xfrm>
          <a:prstGeom prst="rtTriangle">
            <a:avLst/>
          </a:prstGeom>
          <a:solidFill>
            <a:srgbClr val="6666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30"/>
          <p:cNvSpPr txBox="1">
            <a:spLocks noGrp="1"/>
          </p:cNvSpPr>
          <p:nvPr>
            <p:ph type="title"/>
          </p:nvPr>
        </p:nvSpPr>
        <p:spPr>
          <a:xfrm>
            <a:off x="149791" y="1451560"/>
            <a:ext cx="6988800" cy="19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  <a:def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pic>
        <p:nvPicPr>
          <p:cNvPr id="190" name="Google Shape;190;p30" descr="Google_Logo_2015_g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786" y="9468339"/>
            <a:ext cx="472111" cy="145454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0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 sz="6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One Line Title with Bullets">
  <p:cSld name="One Line Title with Bullets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1"/>
          <p:cNvSpPr txBox="1">
            <a:spLocks noGrp="1"/>
          </p:cNvSpPr>
          <p:nvPr>
            <p:ph type="title"/>
          </p:nvPr>
        </p:nvSpPr>
        <p:spPr>
          <a:xfrm>
            <a:off x="355405" y="1105984"/>
            <a:ext cx="6995100" cy="10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24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rgbClr val="DA4B2F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rgbClr val="DA4B2F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rgbClr val="DA4B2F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rgbClr val="DA4B2F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94" name="Google Shape;194;p31"/>
          <p:cNvSpPr txBox="1">
            <a:spLocks noGrp="1"/>
          </p:cNvSpPr>
          <p:nvPr>
            <p:ph type="body" idx="1"/>
          </p:nvPr>
        </p:nvSpPr>
        <p:spPr>
          <a:xfrm>
            <a:off x="314350" y="2503424"/>
            <a:ext cx="6995100" cy="55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  <a:defRPr sz="16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17500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Char char="○"/>
              <a:defRPr sz="14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1750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■"/>
              <a:defRPr sz="1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1750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●"/>
              <a:defRPr sz="1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1750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○"/>
              <a:defRPr sz="10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Char char="●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Char char="■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95" name="Google Shape;195;p31"/>
          <p:cNvSpPr txBox="1">
            <a:spLocks noGrp="1"/>
          </p:cNvSpPr>
          <p:nvPr>
            <p:ph type="body" idx="2"/>
          </p:nvPr>
        </p:nvSpPr>
        <p:spPr>
          <a:xfrm>
            <a:off x="287579" y="1249923840"/>
            <a:ext cx="5429700" cy="6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Open Sans"/>
              <a:buNone/>
              <a:defRPr sz="800" b="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 sz="14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Char char="■"/>
              <a:defRPr sz="14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Char char="●"/>
              <a:defRPr sz="1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 sz="10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Char char="■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Char char="●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Char char="■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96" name="Google Shape;196;p31"/>
          <p:cNvSpPr txBox="1">
            <a:spLocks noGrp="1"/>
          </p:cNvSpPr>
          <p:nvPr>
            <p:ph type="body" idx="3"/>
          </p:nvPr>
        </p:nvSpPr>
        <p:spPr>
          <a:xfrm>
            <a:off x="314632" y="9150883"/>
            <a:ext cx="5429700" cy="6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Open Sans"/>
              <a:buNone/>
              <a:defRPr sz="800" b="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 sz="14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Char char="■"/>
              <a:defRPr sz="14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Char char="●"/>
              <a:defRPr sz="1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 sz="10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Char char="■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Char char="●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Char char="■"/>
              <a:defRPr sz="2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1" type="tx">
  <p:cSld name="TITLE_AND_BODY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>
            <a:spLocks noGrp="1"/>
          </p:cNvSpPr>
          <p:nvPr>
            <p:ph type="title"/>
          </p:nvPr>
        </p:nvSpPr>
        <p:spPr>
          <a:xfrm>
            <a:off x="388620" y="402801"/>
            <a:ext cx="6995100" cy="16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33"/>
          <p:cNvSpPr txBox="1">
            <a:spLocks noGrp="1"/>
          </p:cNvSpPr>
          <p:nvPr>
            <p:ph type="body" idx="1"/>
          </p:nvPr>
        </p:nvSpPr>
        <p:spPr>
          <a:xfrm>
            <a:off x="388620" y="2346964"/>
            <a:ext cx="6995100" cy="66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400"/>
              </a:spcBef>
              <a:spcAft>
                <a:spcPts val="14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alf Color Blue 1">
  <p:cSld name="Half Color Blue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4"/>
          <p:cNvSpPr/>
          <p:nvPr/>
        </p:nvSpPr>
        <p:spPr>
          <a:xfrm>
            <a:off x="3749924" y="0"/>
            <a:ext cx="4022400" cy="100584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4"/>
          <p:cNvSpPr txBox="1">
            <a:spLocks noGrp="1"/>
          </p:cNvSpPr>
          <p:nvPr>
            <p:ph type="title"/>
          </p:nvPr>
        </p:nvSpPr>
        <p:spPr>
          <a:xfrm>
            <a:off x="142035" y="1021533"/>
            <a:ext cx="3309000" cy="14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26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04" name="Google Shape;204;p34"/>
          <p:cNvSpPr txBox="1"/>
          <p:nvPr/>
        </p:nvSpPr>
        <p:spPr>
          <a:xfrm>
            <a:off x="6744495" y="427827"/>
            <a:ext cx="10278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Roboto"/>
              <a:buNone/>
            </a:pPr>
            <a:r>
              <a:rPr lang="en" sz="6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Proprietary + Confidential</a:t>
            </a:r>
            <a:endParaRPr/>
          </a:p>
        </p:txBody>
      </p:sp>
      <p:pic>
        <p:nvPicPr>
          <p:cNvPr id="205" name="Google Shape;205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9791" y="9468360"/>
            <a:ext cx="457500" cy="33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Red Footer - Title &amp; Body">
  <p:cSld name="2_Red Footer - Title &amp; Body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two columns" type="twoColTx">
  <p:cSld name="TITLE_AND_TWO_COLUMNS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" name="Google Shape;208;p36"/>
          <p:cNvGrpSpPr/>
          <p:nvPr/>
        </p:nvGrpSpPr>
        <p:grpSpPr>
          <a:xfrm>
            <a:off x="21" y="9944813"/>
            <a:ext cx="7772347" cy="113820"/>
            <a:chOff x="25" y="5085300"/>
            <a:chExt cx="9143938" cy="58202"/>
          </a:xfrm>
        </p:grpSpPr>
        <p:sp>
          <p:nvSpPr>
            <p:cNvPr id="209" name="Google Shape;209;p36"/>
            <p:cNvSpPr/>
            <p:nvPr/>
          </p:nvSpPr>
          <p:spPr>
            <a:xfrm>
              <a:off x="25" y="5085301"/>
              <a:ext cx="1396200" cy="58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6"/>
            <p:cNvSpPr/>
            <p:nvPr/>
          </p:nvSpPr>
          <p:spPr>
            <a:xfrm>
              <a:off x="1392867" y="5085301"/>
              <a:ext cx="1719300" cy="58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6"/>
            <p:cNvSpPr/>
            <p:nvPr/>
          </p:nvSpPr>
          <p:spPr>
            <a:xfrm>
              <a:off x="3112175" y="5085302"/>
              <a:ext cx="2412000" cy="58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6"/>
            <p:cNvSpPr/>
            <p:nvPr/>
          </p:nvSpPr>
          <p:spPr>
            <a:xfrm>
              <a:off x="5523863" y="5085300"/>
              <a:ext cx="3620100" cy="58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" name="Google Shape;213;p36"/>
          <p:cNvSpPr txBox="1">
            <a:spLocks noGrp="1"/>
          </p:cNvSpPr>
          <p:nvPr>
            <p:ph type="title"/>
          </p:nvPr>
        </p:nvSpPr>
        <p:spPr>
          <a:xfrm>
            <a:off x="264945" y="870271"/>
            <a:ext cx="7242600" cy="11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36"/>
          <p:cNvSpPr txBox="1">
            <a:spLocks noGrp="1"/>
          </p:cNvSpPr>
          <p:nvPr>
            <p:ph type="body" idx="1"/>
          </p:nvPr>
        </p:nvSpPr>
        <p:spPr>
          <a:xfrm>
            <a:off x="264945" y="2253729"/>
            <a:ext cx="3399900" cy="668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5" name="Google Shape;215;p36"/>
          <p:cNvSpPr txBox="1">
            <a:spLocks noGrp="1"/>
          </p:cNvSpPr>
          <p:nvPr>
            <p:ph type="body" idx="2"/>
          </p:nvPr>
        </p:nvSpPr>
        <p:spPr>
          <a:xfrm>
            <a:off x="4107540" y="2253729"/>
            <a:ext cx="3399900" cy="668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400"/>
              </a:spcBef>
              <a:spcAft>
                <a:spcPts val="1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6" name="Google Shape;216;p36"/>
          <p:cNvSpPr txBox="1">
            <a:spLocks noGrp="1"/>
          </p:cNvSpPr>
          <p:nvPr>
            <p:ph type="sldNum" idx="12"/>
          </p:nvPr>
        </p:nvSpPr>
        <p:spPr>
          <a:xfrm>
            <a:off x="7245010" y="9182552"/>
            <a:ext cx="466500" cy="7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 type="titleOnly">
  <p:cSld name="TITLE_ONLY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Google Shape;218;p37"/>
          <p:cNvGrpSpPr/>
          <p:nvPr/>
        </p:nvGrpSpPr>
        <p:grpSpPr>
          <a:xfrm>
            <a:off x="21" y="9944813"/>
            <a:ext cx="7772347" cy="113818"/>
            <a:chOff x="25" y="5085300"/>
            <a:chExt cx="9143937" cy="58201"/>
          </a:xfrm>
        </p:grpSpPr>
        <p:sp>
          <p:nvSpPr>
            <p:cNvPr id="219" name="Google Shape;219;p37"/>
            <p:cNvSpPr/>
            <p:nvPr/>
          </p:nvSpPr>
          <p:spPr>
            <a:xfrm>
              <a:off x="25" y="5085301"/>
              <a:ext cx="1396200" cy="58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37"/>
            <p:cNvSpPr/>
            <p:nvPr/>
          </p:nvSpPr>
          <p:spPr>
            <a:xfrm>
              <a:off x="1392866" y="5085301"/>
              <a:ext cx="1719300" cy="58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37"/>
            <p:cNvSpPr/>
            <p:nvPr/>
          </p:nvSpPr>
          <p:spPr>
            <a:xfrm>
              <a:off x="3112175" y="5085301"/>
              <a:ext cx="2412000" cy="58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37"/>
            <p:cNvSpPr/>
            <p:nvPr/>
          </p:nvSpPr>
          <p:spPr>
            <a:xfrm>
              <a:off x="5523862" y="5085300"/>
              <a:ext cx="3620100" cy="58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3" name="Google Shape;223;p37"/>
          <p:cNvSpPr txBox="1">
            <a:spLocks noGrp="1"/>
          </p:cNvSpPr>
          <p:nvPr>
            <p:ph type="title"/>
          </p:nvPr>
        </p:nvSpPr>
        <p:spPr>
          <a:xfrm>
            <a:off x="264945" y="870271"/>
            <a:ext cx="7242600" cy="11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2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24" name="Google Shape;224;p37"/>
          <p:cNvSpPr txBox="1">
            <a:spLocks noGrp="1"/>
          </p:cNvSpPr>
          <p:nvPr>
            <p:ph type="sldNum" idx="12"/>
          </p:nvPr>
        </p:nvSpPr>
        <p:spPr>
          <a:xfrm>
            <a:off x="7245010" y="9182552"/>
            <a:ext cx="466500" cy="7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pattFill prst="pct5">
          <a:fgClr>
            <a:schemeClr val="lt1"/>
          </a:fgClr>
          <a:bgClr>
            <a:schemeClr val="bg1"/>
          </a:bgClr>
        </a:patt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01115" y="1319560"/>
            <a:ext cx="6988800" cy="14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01115" y="2976698"/>
            <a:ext cx="6988800" cy="55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7201589" y="9119180"/>
            <a:ext cx="466500" cy="7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accent1"/>
                </a:solidFill>
              </a:defRPr>
            </a:lvl1pPr>
            <a:lvl2pPr lvl="1" algn="r" rtl="0">
              <a:buNone/>
              <a:defRPr sz="1000">
                <a:solidFill>
                  <a:schemeClr val="accent1"/>
                </a:solidFill>
              </a:defRPr>
            </a:lvl2pPr>
            <a:lvl3pPr lvl="2" algn="r" rtl="0">
              <a:buNone/>
              <a:defRPr sz="1000">
                <a:solidFill>
                  <a:schemeClr val="accent1"/>
                </a:solidFill>
              </a:defRPr>
            </a:lvl3pPr>
            <a:lvl4pPr lvl="3" algn="r" rtl="0">
              <a:buNone/>
              <a:defRPr sz="1000">
                <a:solidFill>
                  <a:schemeClr val="accent1"/>
                </a:solidFill>
              </a:defRPr>
            </a:lvl4pPr>
            <a:lvl5pPr lvl="4" algn="r" rtl="0">
              <a:buNone/>
              <a:defRPr sz="1000">
                <a:solidFill>
                  <a:schemeClr val="accent1"/>
                </a:solidFill>
              </a:defRPr>
            </a:lvl5pPr>
            <a:lvl6pPr lvl="5" algn="r" rtl="0">
              <a:buNone/>
              <a:defRPr sz="1000">
                <a:solidFill>
                  <a:schemeClr val="accent1"/>
                </a:solidFill>
              </a:defRPr>
            </a:lvl6pPr>
            <a:lvl7pPr lvl="6" algn="r" rtl="0">
              <a:buNone/>
              <a:defRPr sz="1000">
                <a:solidFill>
                  <a:schemeClr val="accent1"/>
                </a:solidFill>
              </a:defRPr>
            </a:lvl7pPr>
            <a:lvl8pPr lvl="7" algn="r" rtl="0">
              <a:buNone/>
              <a:defRPr sz="1000">
                <a:solidFill>
                  <a:schemeClr val="accent1"/>
                </a:solidFill>
              </a:defRPr>
            </a:lvl8pPr>
            <a:lvl9pPr lvl="8" algn="r" rtl="0">
              <a:buNone/>
              <a:defRPr sz="1000"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8"/>
          <p:cNvSpPr txBox="1">
            <a:spLocks noGrp="1"/>
          </p:cNvSpPr>
          <p:nvPr>
            <p:ph type="title"/>
          </p:nvPr>
        </p:nvSpPr>
        <p:spPr>
          <a:xfrm>
            <a:off x="931008" y="164600"/>
            <a:ext cx="6316980" cy="64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</a:rPr>
              <a:t>Proposta de Projeto: Análise Demográfica e Socioeconômica - Censo IBGE 2022</a:t>
            </a:r>
            <a:endParaRPr lang="pt-BR" sz="1800" b="1" u="sng" dirty="0">
              <a:solidFill>
                <a:schemeClr val="dk1"/>
              </a:solidFill>
            </a:endParaRPr>
          </a:p>
        </p:txBody>
      </p:sp>
      <p:cxnSp>
        <p:nvCxnSpPr>
          <p:cNvPr id="230" name="Google Shape;230;p38"/>
          <p:cNvCxnSpPr/>
          <p:nvPr/>
        </p:nvCxnSpPr>
        <p:spPr>
          <a:xfrm>
            <a:off x="372000" y="848175"/>
            <a:ext cx="7028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8"/>
          <p:cNvCxnSpPr/>
          <p:nvPr/>
        </p:nvCxnSpPr>
        <p:spPr>
          <a:xfrm>
            <a:off x="371988" y="1535338"/>
            <a:ext cx="7028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p38"/>
          <p:cNvSpPr/>
          <p:nvPr/>
        </p:nvSpPr>
        <p:spPr>
          <a:xfrm>
            <a:off x="399200" y="1001950"/>
            <a:ext cx="1263600" cy="318900"/>
          </a:xfrm>
          <a:prstGeom prst="rect">
            <a:avLst/>
          </a:prstGeom>
          <a:solidFill>
            <a:srgbClr val="009925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Objetivo</a:t>
            </a:r>
            <a:endParaRPr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38"/>
          <p:cNvSpPr txBox="1"/>
          <p:nvPr/>
        </p:nvSpPr>
        <p:spPr>
          <a:xfrm>
            <a:off x="1707888" y="867159"/>
            <a:ext cx="5540100" cy="621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Realizar uma análise abrangente dos dados agregados por municípios do Censo 2022 para investigar as relações entre demografia, infraestrutura, educação e renda, entregando insights estatísticos e painéis interativos para facilitar a tomada de decisão.</a:t>
            </a:r>
            <a:endParaRPr lang="pt-BR" sz="1000" dirty="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1300" dirty="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endParaRPr sz="1300" dirty="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8"/>
          <p:cNvSpPr txBox="1"/>
          <p:nvPr/>
        </p:nvSpPr>
        <p:spPr>
          <a:xfrm>
            <a:off x="2445725" y="1630725"/>
            <a:ext cx="31608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1100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Etapas de planejamento e análise</a:t>
            </a:r>
            <a:endParaRPr sz="1100"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5" name="Google Shape;235;p38"/>
          <p:cNvCxnSpPr/>
          <p:nvPr/>
        </p:nvCxnSpPr>
        <p:spPr>
          <a:xfrm>
            <a:off x="371988" y="1992538"/>
            <a:ext cx="7028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8"/>
          <p:cNvCxnSpPr/>
          <p:nvPr/>
        </p:nvCxnSpPr>
        <p:spPr>
          <a:xfrm>
            <a:off x="371988" y="2297338"/>
            <a:ext cx="7028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7" name="Google Shape;237;p38"/>
          <p:cNvSpPr txBox="1"/>
          <p:nvPr/>
        </p:nvSpPr>
        <p:spPr>
          <a:xfrm>
            <a:off x="502100" y="1981575"/>
            <a:ext cx="847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800" b="1"/>
              <a:t>Marco</a:t>
            </a:r>
            <a:endParaRPr sz="800" b="1"/>
          </a:p>
        </p:txBody>
      </p:sp>
      <p:sp>
        <p:nvSpPr>
          <p:cNvPr id="238" name="Google Shape;238;p38"/>
          <p:cNvSpPr txBox="1"/>
          <p:nvPr/>
        </p:nvSpPr>
        <p:spPr>
          <a:xfrm>
            <a:off x="1860225" y="1992550"/>
            <a:ext cx="847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800" b="1"/>
              <a:t>Tarefas</a:t>
            </a:r>
            <a:endParaRPr sz="800" b="1"/>
          </a:p>
        </p:txBody>
      </p:sp>
      <p:sp>
        <p:nvSpPr>
          <p:cNvPr id="239" name="Google Shape;239;p38"/>
          <p:cNvSpPr txBox="1"/>
          <p:nvPr/>
        </p:nvSpPr>
        <p:spPr>
          <a:xfrm>
            <a:off x="3873725" y="1992550"/>
            <a:ext cx="1498975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800" b="1" dirty="0"/>
              <a:t>Resultados/Entregáveis</a:t>
            </a:r>
            <a:endParaRPr sz="800" b="1" dirty="0"/>
          </a:p>
        </p:txBody>
      </p:sp>
      <p:sp>
        <p:nvSpPr>
          <p:cNvPr id="240" name="Google Shape;240;p38"/>
          <p:cNvSpPr txBox="1"/>
          <p:nvPr/>
        </p:nvSpPr>
        <p:spPr>
          <a:xfrm>
            <a:off x="6088750" y="1992550"/>
            <a:ext cx="1263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800" b="1"/>
              <a:t>Tempo estimado</a:t>
            </a:r>
            <a:endParaRPr sz="800" b="1"/>
          </a:p>
        </p:txBody>
      </p:sp>
      <p:sp>
        <p:nvSpPr>
          <p:cNvPr id="241" name="Google Shape;241;p38"/>
          <p:cNvSpPr txBox="1"/>
          <p:nvPr/>
        </p:nvSpPr>
        <p:spPr>
          <a:xfrm>
            <a:off x="1852000" y="2329400"/>
            <a:ext cx="1358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8"/>
          <p:cNvSpPr txBox="1"/>
          <p:nvPr/>
        </p:nvSpPr>
        <p:spPr>
          <a:xfrm>
            <a:off x="1596825" y="2649450"/>
            <a:ext cx="2061000" cy="115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85750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Definir o escopo do projeto e as perguntas de pesquisa</a:t>
            </a:r>
            <a:endParaRPr sz="900" dirty="0"/>
          </a:p>
          <a:p>
            <a:pPr marL="457200" lvl="0" indent="-285750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Reunir os datasets dos agregados por municípios</a:t>
            </a:r>
          </a:p>
          <a:p>
            <a:pPr marL="457200" lvl="0" indent="-285750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Identificar necessidades de software (Python, Jupyter, Tableau, Power BI)</a:t>
            </a:r>
            <a:endParaRPr sz="900" dirty="0"/>
          </a:p>
        </p:txBody>
      </p:sp>
      <p:sp>
        <p:nvSpPr>
          <p:cNvPr id="243" name="Google Shape;243;p38"/>
          <p:cNvSpPr txBox="1"/>
          <p:nvPr/>
        </p:nvSpPr>
        <p:spPr>
          <a:xfrm>
            <a:off x="3720450" y="2638575"/>
            <a:ext cx="19590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Documento de estratégia</a:t>
            </a:r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README no GitHub</a:t>
            </a:r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Definição do escopo</a:t>
            </a:r>
          </a:p>
        </p:txBody>
      </p:sp>
      <p:sp>
        <p:nvSpPr>
          <p:cNvPr id="244" name="Google Shape;244;p38"/>
          <p:cNvSpPr txBox="1"/>
          <p:nvPr/>
        </p:nvSpPr>
        <p:spPr>
          <a:xfrm>
            <a:off x="449299" y="2915625"/>
            <a:ext cx="1147525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Marco 1 (Planejar)</a:t>
            </a:r>
            <a:endParaRPr sz="900" dirty="0"/>
          </a:p>
        </p:txBody>
      </p:sp>
      <p:sp>
        <p:nvSpPr>
          <p:cNvPr id="245" name="Google Shape;245;p38"/>
          <p:cNvSpPr txBox="1"/>
          <p:nvPr/>
        </p:nvSpPr>
        <p:spPr>
          <a:xfrm>
            <a:off x="6189800" y="2602150"/>
            <a:ext cx="1263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1 semana</a:t>
            </a:r>
            <a:endParaRPr sz="900" dirty="0"/>
          </a:p>
        </p:txBody>
      </p:sp>
      <p:sp>
        <p:nvSpPr>
          <p:cNvPr id="246" name="Google Shape;246;p38"/>
          <p:cNvSpPr/>
          <p:nvPr/>
        </p:nvSpPr>
        <p:spPr>
          <a:xfrm>
            <a:off x="0" y="3929613"/>
            <a:ext cx="7772400" cy="1291200"/>
          </a:xfrm>
          <a:prstGeom prst="rect">
            <a:avLst/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38"/>
          <p:cNvSpPr txBox="1"/>
          <p:nvPr/>
        </p:nvSpPr>
        <p:spPr>
          <a:xfrm>
            <a:off x="449300" y="4363425"/>
            <a:ext cx="1258588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Marco 2 (Analisar)</a:t>
            </a:r>
            <a:endParaRPr sz="900" dirty="0"/>
          </a:p>
        </p:txBody>
      </p:sp>
      <p:sp>
        <p:nvSpPr>
          <p:cNvPr id="248" name="Google Shape;248;p38"/>
          <p:cNvSpPr txBox="1"/>
          <p:nvPr/>
        </p:nvSpPr>
        <p:spPr>
          <a:xfrm>
            <a:off x="1596825" y="3849106"/>
            <a:ext cx="2061000" cy="1431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Realizar a limpeza, formatação e tratamento de valores ausentes nos arquivos .csv</a:t>
            </a:r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Fazer o cruzamento (merge) das bases</a:t>
            </a:r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Realizar EDA respondendo às perguntas de pesquisa iniciais</a:t>
            </a:r>
            <a:endParaRPr sz="900" dirty="0"/>
          </a:p>
        </p:txBody>
      </p:sp>
      <p:sp>
        <p:nvSpPr>
          <p:cNvPr id="249" name="Google Shape;249;p38"/>
          <p:cNvSpPr txBox="1"/>
          <p:nvPr/>
        </p:nvSpPr>
        <p:spPr>
          <a:xfrm>
            <a:off x="3720450" y="4183275"/>
            <a:ext cx="19845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Base de dados limpa e pronta para modelagem</a:t>
            </a:r>
            <a:endParaRPr sz="900" dirty="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>
                <a:solidFill>
                  <a:schemeClr val="accent2"/>
                </a:solidFill>
              </a:rPr>
              <a:t>Jupyter Notebook com a EDA documentada (estatísticas descritivas e gráficos exploratórios)</a:t>
            </a:r>
            <a:endParaRPr sz="900" dirty="0"/>
          </a:p>
        </p:txBody>
      </p:sp>
      <p:sp>
        <p:nvSpPr>
          <p:cNvPr id="250" name="Google Shape;250;p38"/>
          <p:cNvSpPr txBox="1"/>
          <p:nvPr/>
        </p:nvSpPr>
        <p:spPr>
          <a:xfrm>
            <a:off x="6189800" y="4253663"/>
            <a:ext cx="1263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2 semanas</a:t>
            </a:r>
            <a:endParaRPr sz="900" dirty="0"/>
          </a:p>
        </p:txBody>
      </p:sp>
      <p:sp>
        <p:nvSpPr>
          <p:cNvPr id="251" name="Google Shape;251;p38"/>
          <p:cNvSpPr txBox="1"/>
          <p:nvPr/>
        </p:nvSpPr>
        <p:spPr>
          <a:xfrm>
            <a:off x="1852000" y="5682200"/>
            <a:ext cx="1358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38"/>
          <p:cNvSpPr txBox="1"/>
          <p:nvPr/>
        </p:nvSpPr>
        <p:spPr>
          <a:xfrm>
            <a:off x="1596825" y="5773650"/>
            <a:ext cx="1984500" cy="1431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Realizar testes de hipótese para comparar diferenças demográficas entre regiões</a:t>
            </a:r>
            <a:endParaRPr sz="900" dirty="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Construir modelos de </a:t>
            </a:r>
            <a:r>
              <a:rPr lang="pt-BR" sz="900" dirty="0"/>
              <a:t>regressão linear para investigar as correlações</a:t>
            </a:r>
            <a:endParaRPr sz="900" dirty="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Avaliar os resultados estatísticos dos modelos.</a:t>
            </a:r>
            <a:endParaRPr sz="900" dirty="0"/>
          </a:p>
        </p:txBody>
      </p:sp>
      <p:sp>
        <p:nvSpPr>
          <p:cNvPr id="253" name="Google Shape;253;p38"/>
          <p:cNvSpPr txBox="1"/>
          <p:nvPr/>
        </p:nvSpPr>
        <p:spPr>
          <a:xfrm>
            <a:off x="3720450" y="5983113"/>
            <a:ext cx="1959000" cy="115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Código dos modelos estatísticos e de regressão documentados no jupyter</a:t>
            </a:r>
            <a:endParaRPr sz="900" dirty="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Relatório de descobertas e insights estatísticos validados</a:t>
            </a:r>
            <a:endParaRPr sz="900" dirty="0"/>
          </a:p>
        </p:txBody>
      </p:sp>
      <p:sp>
        <p:nvSpPr>
          <p:cNvPr id="254" name="Google Shape;254;p38"/>
          <p:cNvSpPr txBox="1"/>
          <p:nvPr/>
        </p:nvSpPr>
        <p:spPr>
          <a:xfrm>
            <a:off x="373100" y="6420825"/>
            <a:ext cx="1223724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Marco 3 (Contruir)</a:t>
            </a:r>
            <a:endParaRPr sz="900" dirty="0"/>
          </a:p>
        </p:txBody>
      </p:sp>
      <p:sp>
        <p:nvSpPr>
          <p:cNvPr id="255" name="Google Shape;255;p38"/>
          <p:cNvSpPr txBox="1"/>
          <p:nvPr/>
        </p:nvSpPr>
        <p:spPr>
          <a:xfrm>
            <a:off x="6136800" y="5905163"/>
            <a:ext cx="1263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2 a 3 semanas</a:t>
            </a:r>
            <a:endParaRPr sz="900" dirty="0"/>
          </a:p>
        </p:txBody>
      </p:sp>
      <p:sp>
        <p:nvSpPr>
          <p:cNvPr id="256" name="Google Shape;256;p38"/>
          <p:cNvSpPr/>
          <p:nvPr/>
        </p:nvSpPr>
        <p:spPr>
          <a:xfrm>
            <a:off x="-12475" y="7514600"/>
            <a:ext cx="7772400" cy="1567800"/>
          </a:xfrm>
          <a:prstGeom prst="rect">
            <a:avLst/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38"/>
          <p:cNvSpPr txBox="1"/>
          <p:nvPr/>
        </p:nvSpPr>
        <p:spPr>
          <a:xfrm>
            <a:off x="373100" y="8113150"/>
            <a:ext cx="1166140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Marco 4 (Executar)</a:t>
            </a:r>
            <a:endParaRPr sz="900" dirty="0"/>
          </a:p>
        </p:txBody>
      </p:sp>
      <p:sp>
        <p:nvSpPr>
          <p:cNvPr id="258" name="Google Shape;258;p38"/>
          <p:cNvSpPr txBox="1"/>
          <p:nvPr/>
        </p:nvSpPr>
        <p:spPr>
          <a:xfrm>
            <a:off x="1596825" y="7831050"/>
            <a:ext cx="19845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Compilar e sintetizar os resultados finais</a:t>
            </a:r>
            <a:endParaRPr sz="900" dirty="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Desenvolver dashboards interativos e contar a história dos dados</a:t>
            </a:r>
            <a:endParaRPr sz="900" dirty="0"/>
          </a:p>
        </p:txBody>
      </p:sp>
      <p:sp>
        <p:nvSpPr>
          <p:cNvPr id="259" name="Google Shape;259;p38"/>
          <p:cNvSpPr txBox="1"/>
          <p:nvPr/>
        </p:nvSpPr>
        <p:spPr>
          <a:xfrm>
            <a:off x="3775450" y="7929550"/>
            <a:ext cx="19845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-BR" sz="900" dirty="0"/>
              <a:t>Dashboards criados no Power BI e no Tableau</a:t>
            </a:r>
            <a:endParaRPr sz="900" dirty="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pt" sz="900" dirty="0"/>
              <a:t>Sumário executivo com as conclusões finais e recomendações no repositório</a:t>
            </a:r>
            <a:endParaRPr sz="900" dirty="0"/>
          </a:p>
        </p:txBody>
      </p:sp>
      <p:sp>
        <p:nvSpPr>
          <p:cNvPr id="260" name="Google Shape;260;p38"/>
          <p:cNvSpPr txBox="1"/>
          <p:nvPr/>
        </p:nvSpPr>
        <p:spPr>
          <a:xfrm>
            <a:off x="6088750" y="7982275"/>
            <a:ext cx="1263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900" dirty="0"/>
              <a:t>3 semanas</a:t>
            </a:r>
            <a:endParaRPr sz="900" dirty="0"/>
          </a:p>
        </p:txBody>
      </p:sp>
      <p:sp>
        <p:nvSpPr>
          <p:cNvPr id="261" name="Google Shape;261;p38"/>
          <p:cNvSpPr txBox="1"/>
          <p:nvPr/>
        </p:nvSpPr>
        <p:spPr>
          <a:xfrm>
            <a:off x="2293325" y="5288325"/>
            <a:ext cx="31608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" sz="1100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Etapas de construção e execução</a:t>
            </a:r>
            <a:endParaRPr sz="1100"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2" name="Google Shape;262;p38"/>
          <p:cNvCxnSpPr/>
          <p:nvPr/>
        </p:nvCxnSpPr>
        <p:spPr>
          <a:xfrm>
            <a:off x="219588" y="5650138"/>
            <a:ext cx="7028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73DD78F8-A32A-328F-B64C-EBFC4474B0E6}"/>
              </a:ext>
            </a:extLst>
          </p:cNvPr>
          <p:cNvSpPr txBox="1"/>
          <p:nvPr/>
        </p:nvSpPr>
        <p:spPr>
          <a:xfrm>
            <a:off x="449299" y="9786078"/>
            <a:ext cx="805029" cy="2154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pt-BR" sz="800" dirty="0"/>
              <a:t>Isaias Santos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Master">
  <a:themeElements>
    <a:clrScheme name="Simple Light">
      <a:dk1>
        <a:srgbClr val="212121"/>
      </a:dk1>
      <a:lt1>
        <a:srgbClr val="FFFFFF"/>
      </a:lt1>
      <a:dk2>
        <a:srgbClr val="757575"/>
      </a:dk2>
      <a:lt2>
        <a:srgbClr val="EEEEEE"/>
      </a:lt2>
      <a:accent1>
        <a:srgbClr val="595959"/>
      </a:accent1>
      <a:accent2>
        <a:srgbClr val="000000"/>
      </a:accent2>
      <a:accent3>
        <a:srgbClr val="78909C"/>
      </a:accent3>
      <a:accent4>
        <a:srgbClr val="FF49E8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</Words>
  <Application>Microsoft Office PowerPoint</Application>
  <PresentationFormat>Personalizar</PresentationFormat>
  <Paragraphs>42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Helvetica Neue</vt:lpstr>
      <vt:lpstr>Arial</vt:lpstr>
      <vt:lpstr>Roboto</vt:lpstr>
      <vt:lpstr>Open Sans</vt:lpstr>
      <vt:lpstr>Global Master</vt:lpstr>
      <vt:lpstr>Proposta de Projeto: Análise Demográfica e Socioeconômica - Censo IBGE 2022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Isaias Sousa dos Santos</dc:creator>
  <cp:lastModifiedBy>Isaias Sousa dos Santos</cp:lastModifiedBy>
  <cp:revision>1</cp:revision>
  <dcterms:modified xsi:type="dcterms:W3CDTF">2026-03-24T20:46:17Z</dcterms:modified>
</cp:coreProperties>
</file>